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6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1715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各位评委好。一句话介绍：零人 AI 短剧公司。100% 无人类介入、50 集同步渲染、1 小时完成数月工作。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行业背景：模型已成熟，但人类是流水线上最慢的路由器。数万家公司本质是搬运工。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我们不做模型，做工厂。五个人类岗位替换成五个 Agent，毫秒级通信，零损耗。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五个 Agent：项目总监、总导演、视觉总监、提示词架构师、自动化剪辑师。各司其职，毫秒级协作。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三个原则：零损耗（共享上下文）、自愈（自动质检重练）、极致并发（50集同时跑）。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北美 ARPU $80/月，市场 $2B。东南亚下载量季度涨 60%。我们用 AI 声纹克隆解决翻译剧痛点。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短剧公司变成云端代码。一句话输入，一小时出片。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感谢各位评委。AI 短剧的最后一公里不是模型能力，而是自动化协作。欢迎提问。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228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8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8088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ROADSHOW / ZERO-HUMAN AI STUDIO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kern="0" spc="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CLAWSERIES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零人AI短剧公司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彻底打通 AI 短剧自动化生产的最后一公里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188720" y="3200400"/>
            <a:ext cx="2103120" cy="777240"/>
          </a:xfrm>
          <a:prstGeom prst="rect">
            <a:avLst/>
          </a:prstGeom>
          <a:solidFill>
            <a:srgbClr val="282D35"/>
          </a:solidFill>
          <a:ln w="12700">
            <a:solidFill>
              <a:srgbClr val="3A3F48"/>
            </a:solidFill>
            <a:prstDash val="solid"/>
          </a:ln>
        </p:spPr>
        <p:txBody>
          <a:bodyPr/>
          <a:lstStyle/>
          <a:p>
            <a:endParaRPr lang="zh" altLang="en-US"/>
          </a:p>
        </p:txBody>
      </p:sp>
      <p:sp>
        <p:nvSpPr>
          <p:cNvPr id="8" name="Text 6"/>
          <p:cNvSpPr/>
          <p:nvPr/>
        </p:nvSpPr>
        <p:spPr>
          <a:xfrm>
            <a:off x="1298448" y="3246120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088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自动化程度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98448" y="3493008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 无人类介入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566160" y="3200400"/>
            <a:ext cx="2103120" cy="777240"/>
          </a:xfrm>
          <a:prstGeom prst="rect">
            <a:avLst/>
          </a:prstGeom>
          <a:solidFill>
            <a:srgbClr val="282D35"/>
          </a:solidFill>
          <a:ln w="12700">
            <a:solidFill>
              <a:srgbClr val="3A3F48"/>
            </a:solidFill>
            <a:prstDash val="solid"/>
          </a:ln>
        </p:spPr>
        <p:txBody>
          <a:bodyPr/>
          <a:lstStyle/>
          <a:p>
            <a:endParaRPr lang="zh" altLang="en-US"/>
          </a:p>
        </p:txBody>
      </p:sp>
      <p:sp>
        <p:nvSpPr>
          <p:cNvPr id="11" name="Text 9"/>
          <p:cNvSpPr/>
          <p:nvPr/>
        </p:nvSpPr>
        <p:spPr>
          <a:xfrm>
            <a:off x="3675888" y="3246120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088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并发能力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75888" y="3493008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50集同步渲染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0" y="3200400"/>
            <a:ext cx="2103120" cy="777240"/>
          </a:xfrm>
          <a:prstGeom prst="rect">
            <a:avLst/>
          </a:prstGeom>
          <a:solidFill>
            <a:srgbClr val="282D35"/>
          </a:solidFill>
          <a:ln w="12700">
            <a:solidFill>
              <a:srgbClr val="3A3F48"/>
            </a:solidFill>
            <a:prstDash val="solid"/>
          </a:ln>
        </p:spPr>
        <p:txBody>
          <a:bodyPr/>
          <a:lstStyle/>
          <a:p>
            <a:endParaRPr lang="zh" altLang="en-US"/>
          </a:p>
        </p:txBody>
      </p:sp>
      <p:sp>
        <p:nvSpPr>
          <p:cNvPr id="14" name="Text 12"/>
          <p:cNvSpPr/>
          <p:nvPr/>
        </p:nvSpPr>
        <p:spPr>
          <a:xfrm>
            <a:off x="6053328" y="3246120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8088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效率提升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53328" y="3493008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1小时 = 数月工作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2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228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8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8088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2026年的制片悖论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868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BE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数万家 AI 短剧公司，没有一家真正实现全自动化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31920" cy="1417320"/>
          </a:xfrm>
          <a:prstGeom prst="rect">
            <a:avLst/>
          </a:prstGeom>
          <a:solidFill>
            <a:srgbClr val="282D35"/>
          </a:solidFill>
          <a:ln w="12700">
            <a:solidFill>
              <a:srgbClr val="3A3F48"/>
            </a:solidFill>
            <a:prstDash val="solid"/>
          </a:ln>
        </p:spPr>
        <p:txBody>
          <a:bodyPr/>
          <a:lstStyle/>
          <a:p>
            <a:endParaRPr lang="zh" altLang="en-US"/>
          </a:p>
        </p:txBody>
      </p:sp>
      <p:sp>
        <p:nvSpPr>
          <p:cNvPr id="7" name="Text 5"/>
          <p:cNvSpPr/>
          <p:nvPr/>
        </p:nvSpPr>
        <p:spPr>
          <a:xfrm>
            <a:off x="594360" y="1435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数万家「AI公司」的诞生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07568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8BE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「人工+AI」工作流本身就是完全可以被 AI 彻底取代的。人类只是搬运工。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3931920" cy="1417320"/>
          </a:xfrm>
          <a:prstGeom prst="rect">
            <a:avLst/>
          </a:prstGeom>
          <a:solidFill>
            <a:srgbClr val="282D35"/>
          </a:solidFill>
          <a:ln w="12700">
            <a:solidFill>
              <a:srgbClr val="3A3F48"/>
            </a:solidFill>
            <a:prstDash val="solid"/>
          </a:ln>
        </p:spPr>
        <p:txBody>
          <a:bodyPr/>
          <a:lstStyle/>
          <a:p>
            <a:endParaRPr lang="zh" altLang="en-US"/>
          </a:p>
        </p:txBody>
      </p:sp>
      <p:sp>
        <p:nvSpPr>
          <p:cNvPr id="11" name="Text 9"/>
          <p:cNvSpPr/>
          <p:nvPr/>
        </p:nvSpPr>
        <p:spPr>
          <a:xfrm>
            <a:off x="4800600" y="1435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🎬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00600" y="1783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成熟的模型，原始的流水线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207568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8BE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大模型数秒生成电影级镜头，但连成短剧仍是「人工作坊」模式。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3931920" cy="1417320"/>
          </a:xfrm>
          <a:prstGeom prst="rect">
            <a:avLst/>
          </a:prstGeom>
          <a:solidFill>
            <a:srgbClr val="282D35"/>
          </a:solidFill>
          <a:ln w="12700">
            <a:solidFill>
              <a:srgbClr val="3A3F48"/>
            </a:solidFill>
            <a:prstDash val="solid"/>
          </a:ln>
        </p:spPr>
        <p:txBody>
          <a:bodyPr/>
          <a:lstStyle/>
          <a:p>
            <a:endParaRPr lang="zh" altLang="en-US"/>
          </a:p>
        </p:txBody>
      </p:sp>
      <p:sp>
        <p:nvSpPr>
          <p:cNvPr id="15" name="Text 13"/>
          <p:cNvSpPr/>
          <p:nvPr/>
        </p:nvSpPr>
        <p:spPr>
          <a:xfrm>
            <a:off x="594360" y="30358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💀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94360" y="3383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致命的「人类沟通成本」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367588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8BE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导演反复解释意图；制片肉眼筛片；剪辑师手工逐帧对齐。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926080"/>
            <a:ext cx="3931920" cy="1417320"/>
          </a:xfrm>
          <a:prstGeom prst="rect">
            <a:avLst/>
          </a:prstGeom>
          <a:solidFill>
            <a:srgbClr val="282D35"/>
          </a:solidFill>
          <a:ln w="12700">
            <a:solidFill>
              <a:srgbClr val="3A3F48"/>
            </a:solidFill>
            <a:prstDash val="solid"/>
          </a:ln>
        </p:spPr>
        <p:txBody>
          <a:bodyPr/>
          <a:lstStyle/>
          <a:p>
            <a:endParaRPr lang="zh" altLang="en-US"/>
          </a:p>
        </p:txBody>
      </p:sp>
      <p:sp>
        <p:nvSpPr>
          <p:cNvPr id="19" name="Text 17"/>
          <p:cNvSpPr/>
          <p:nvPr/>
        </p:nvSpPr>
        <p:spPr>
          <a:xfrm>
            <a:off x="4800600" y="30358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800600" y="33832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人类 = 最慢的「路由器」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00600" y="367588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8BE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审片疲劳和无休止的返工确认，吞噬利润和创意。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2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228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8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8088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我们的使命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868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BE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用毫秒级的 Agent 内部通信，取代漫长的人类沟通会议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0" y="1463040"/>
            <a:ext cx="6949440" cy="914400"/>
          </a:xfrm>
          <a:prstGeom prst="rect">
            <a:avLst/>
          </a:prstGeom>
          <a:solidFill>
            <a:srgbClr val="252840"/>
          </a:solidFill>
          <a:ln w="12700">
            <a:solidFill>
              <a:srgbClr val="3D4070"/>
            </a:solidFill>
            <a:prstDash val="solid"/>
          </a:ln>
        </p:spPr>
        <p:txBody>
          <a:bodyPr/>
          <a:lstStyle/>
          <a:p>
            <a:endParaRPr lang="zh" altLang="en-US"/>
          </a:p>
        </p:txBody>
      </p:sp>
      <p:sp>
        <p:nvSpPr>
          <p:cNvPr id="7" name="Shape 5"/>
          <p:cNvSpPr/>
          <p:nvPr/>
        </p:nvSpPr>
        <p:spPr>
          <a:xfrm>
            <a:off x="1097280" y="1463040"/>
            <a:ext cx="6949440" cy="914400"/>
          </a:xfrm>
          <a:prstGeom prst="rect">
            <a:avLst/>
          </a:prstGeom>
          <a:solidFill>
            <a:srgbClr val="6366F1">
              <a:alpha val="8000"/>
            </a:srgbClr>
          </a:solidFill>
          <a:ln/>
        </p:spPr>
        <p:txBody>
          <a:bodyPr/>
          <a:lstStyle/>
          <a:p>
            <a:endParaRPr lang="zh" altLang="en-US"/>
          </a:p>
        </p:txBody>
      </p:sp>
      <p:sp>
        <p:nvSpPr>
          <p:cNvPr id="8" name="Text 6"/>
          <p:cNvSpPr/>
          <p:nvPr/>
        </p:nvSpPr>
        <p:spPr>
          <a:xfrm>
            <a:off x="1280160" y="150876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ClawSeries 不研发底层视频大模型，</a:t>
            </a:r>
            <a:endParaRPr lang="en-US" sz="18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我们做全新的「自动化制片工厂」。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6060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B8BE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将传统 AI 短剧公司中耗时耗力的五个核心岗位，</a:t>
            </a:r>
            <a:endParaRPr lang="en-US" sz="14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B8BE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完全替换为自主协作的智能体（Agents）。</a:t>
            </a:r>
            <a:endParaRPr lang="en-US" sz="14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B8BE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让「一句话生成百集短剧」从商业概念变成工业级交付。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2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228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8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8088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五大自主智能体架构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868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BE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Pentagram of Agents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603504"/>
          </a:xfrm>
          <a:prstGeom prst="rect">
            <a:avLst/>
          </a:prstGeom>
          <a:solidFill>
            <a:srgbClr val="282D35"/>
          </a:solidFill>
          <a:ln w="12700">
            <a:solidFill>
              <a:srgbClr val="3A3F48"/>
            </a:solidFill>
            <a:prstDash val="solid"/>
          </a:ln>
        </p:spPr>
        <p:txBody>
          <a:bodyPr/>
          <a:lstStyle/>
          <a:p>
            <a:endParaRPr lang="zh" altLang="en-US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🎯 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2984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项目总监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59105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80" dirty="0">
                <a:solidFill>
                  <a:srgbClr val="8088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全局状态管理与流程控制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0" y="1325880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E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接收一句话指令，自动拆解数十集制片任务，实时监控进度。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975104"/>
            <a:ext cx="8229600" cy="603504"/>
          </a:xfrm>
          <a:prstGeom prst="rect">
            <a:avLst/>
          </a:prstGeom>
          <a:solidFill>
            <a:srgbClr val="282D35"/>
          </a:solidFill>
          <a:ln w="12700">
            <a:solidFill>
              <a:srgbClr val="3A3F48"/>
            </a:solidFill>
            <a:prstDash val="solid"/>
          </a:ln>
        </p:spPr>
        <p:txBody>
          <a:bodyPr/>
          <a:lstStyle/>
          <a:p>
            <a:endParaRPr lang="zh" altLang="en-US"/>
          </a:p>
        </p:txBody>
      </p:sp>
      <p:sp>
        <p:nvSpPr>
          <p:cNvPr id="12" name="Text 10"/>
          <p:cNvSpPr/>
          <p:nvPr/>
        </p:nvSpPr>
        <p:spPr>
          <a:xfrm>
            <a:off x="548640" y="2020824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🎬 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19933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总导演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286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80" dirty="0">
                <a:solidFill>
                  <a:srgbClr val="8088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剧本与戏剧张力控制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0" y="2020824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E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构建连贯世界观，自动设置每集悬念，确保剧情逻辑自洽。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70048"/>
            <a:ext cx="8229600" cy="603504"/>
          </a:xfrm>
          <a:prstGeom prst="rect">
            <a:avLst/>
          </a:prstGeom>
          <a:solidFill>
            <a:srgbClr val="282D35"/>
          </a:solidFill>
          <a:ln w="12700">
            <a:solidFill>
              <a:srgbClr val="3A3F48"/>
            </a:solidFill>
            <a:prstDash val="solid"/>
          </a:ln>
        </p:spPr>
        <p:txBody>
          <a:bodyPr/>
          <a:lstStyle/>
          <a:p>
            <a:endParaRPr lang="zh" altLang="en-US"/>
          </a:p>
        </p:txBody>
      </p:sp>
      <p:sp>
        <p:nvSpPr>
          <p:cNvPr id="17" name="Text 15"/>
          <p:cNvSpPr/>
          <p:nvPr/>
        </p:nvSpPr>
        <p:spPr>
          <a:xfrm>
            <a:off x="548640" y="2715768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👁️ 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268833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视觉总监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29809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80" dirty="0">
                <a:solidFill>
                  <a:srgbClr val="8088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视觉资产与一致性锚定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40480" y="2715768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E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永久锁定角色脸部、服装与场景资产，确保始终如一。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364992"/>
            <a:ext cx="8229600" cy="603504"/>
          </a:xfrm>
          <a:prstGeom prst="rect">
            <a:avLst/>
          </a:prstGeom>
          <a:solidFill>
            <a:srgbClr val="282D35"/>
          </a:solidFill>
          <a:ln w="12700">
            <a:solidFill>
              <a:srgbClr val="3A3F48"/>
            </a:solidFill>
            <a:prstDash val="solid"/>
          </a:ln>
        </p:spPr>
        <p:txBody>
          <a:bodyPr/>
          <a:lstStyle/>
          <a:p>
            <a:endParaRPr lang="zh" altLang="en-US"/>
          </a:p>
        </p:txBody>
      </p:sp>
      <p:sp>
        <p:nvSpPr>
          <p:cNvPr id="22" name="Text 20"/>
          <p:cNvSpPr/>
          <p:nvPr/>
        </p:nvSpPr>
        <p:spPr>
          <a:xfrm>
            <a:off x="548640" y="3410712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💡 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33832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提示词架构师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36758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80" dirty="0">
                <a:solidFill>
                  <a:srgbClr val="8088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跨模型语义翻译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40480" y="3410712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E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将文学分镜转化为引擎最优 Prompt 矩阵，避免画面崩坏。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059936"/>
            <a:ext cx="8229600" cy="603504"/>
          </a:xfrm>
          <a:prstGeom prst="rect">
            <a:avLst/>
          </a:prstGeom>
          <a:solidFill>
            <a:srgbClr val="282D35"/>
          </a:solidFill>
          <a:ln w="12700">
            <a:solidFill>
              <a:srgbClr val="3A3F48"/>
            </a:solidFill>
            <a:prstDash val="solid"/>
          </a:ln>
        </p:spPr>
        <p:txBody>
          <a:bodyPr/>
          <a:lstStyle/>
          <a:p>
            <a:endParaRPr lang="zh" altLang="en-US"/>
          </a:p>
        </p:txBody>
      </p:sp>
      <p:sp>
        <p:nvSpPr>
          <p:cNvPr id="27" name="Text 25"/>
          <p:cNvSpPr/>
          <p:nvPr/>
        </p:nvSpPr>
        <p:spPr>
          <a:xfrm>
            <a:off x="548640" y="4105656"/>
            <a:ext cx="731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⚡ 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71600" y="407822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自动化剪辑师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71600" y="43708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80" dirty="0">
                <a:solidFill>
                  <a:srgbClr val="8088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音画压制与情感封装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40480" y="410565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E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删除多余片段，拼接分镜，添加 BGM 并对齐压制字幕。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228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8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8088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核心技术哲学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868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BE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 Philosophy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06040" cy="2560320"/>
          </a:xfrm>
          <a:prstGeom prst="rect">
            <a:avLst/>
          </a:prstGeom>
          <a:solidFill>
            <a:srgbClr val="282D35"/>
          </a:solidFill>
          <a:ln w="12700">
            <a:solidFill>
              <a:srgbClr val="3A3F48"/>
            </a:solidFill>
            <a:prstDash val="solid"/>
          </a:ln>
        </p:spPr>
        <p:txBody>
          <a:bodyPr/>
          <a:lstStyle/>
          <a:p>
            <a:endParaRPr lang="zh" altLang="en-US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零沟通损耗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B8BE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五个 Agent 共享全局上下文，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B8BE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导演意图 100% 无损传递给剪辑师。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1371600"/>
            <a:ext cx="2606040" cy="2560320"/>
          </a:xfrm>
          <a:prstGeom prst="rect">
            <a:avLst/>
          </a:prstGeom>
          <a:solidFill>
            <a:srgbClr val="282D35"/>
          </a:solidFill>
          <a:ln w="12700">
            <a:solidFill>
              <a:srgbClr val="3A3F48"/>
            </a:solidFill>
            <a:prstDash val="solid"/>
          </a:ln>
        </p:spPr>
        <p:txBody>
          <a:bodyPr/>
          <a:lstStyle/>
          <a:p>
            <a:endParaRPr lang="zh" altLang="en-US"/>
          </a:p>
        </p:txBody>
      </p:sp>
      <p:sp>
        <p:nvSpPr>
          <p:cNvPr id="11" name="Text 9"/>
          <p:cNvSpPr/>
          <p:nvPr/>
        </p:nvSpPr>
        <p:spPr>
          <a:xfrm>
            <a:off x="3337560" y="15544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🔧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474720" y="2103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全自动质检自愈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25146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B8BE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发现素材逻辑错误，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B8BE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QC Agent 瞬间驳回并触发重练。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371600"/>
            <a:ext cx="2606040" cy="2560320"/>
          </a:xfrm>
          <a:prstGeom prst="rect">
            <a:avLst/>
          </a:prstGeom>
          <a:solidFill>
            <a:srgbClr val="282D35"/>
          </a:solidFill>
          <a:ln w="12700">
            <a:solidFill>
              <a:srgbClr val="3A3F48"/>
            </a:solidFill>
            <a:prstDash val="solid"/>
          </a:ln>
        </p:spPr>
        <p:txBody>
          <a:bodyPr/>
          <a:lstStyle/>
          <a:p>
            <a:endParaRPr lang="zh" altLang="en-US"/>
          </a:p>
        </p:txBody>
      </p:sp>
      <p:sp>
        <p:nvSpPr>
          <p:cNvPr id="15" name="Text 13"/>
          <p:cNvSpPr/>
          <p:nvPr/>
        </p:nvSpPr>
        <p:spPr>
          <a:xfrm>
            <a:off x="6217920" y="15544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🚀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355080" y="2103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极致并发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55080" y="25146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B8BE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突破人类精力极限，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B8BE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集短剧同时并行渲染与剪辑。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2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228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8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8088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全球分发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868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BE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IP跨国迁移 + 深度本地化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31920" cy="1325880"/>
          </a:xfrm>
          <a:prstGeom prst="rect">
            <a:avLst/>
          </a:prstGeom>
          <a:solidFill>
            <a:srgbClr val="282D35"/>
          </a:solidFill>
          <a:ln w="12700">
            <a:solidFill>
              <a:srgbClr val="3A3F48"/>
            </a:solidFill>
            <a:prstDash val="solid"/>
          </a:ln>
        </p:spPr>
        <p:txBody>
          <a:bodyPr/>
          <a:lstStyle/>
          <a:p>
            <a:endParaRPr lang="zh" altLang="en-US"/>
          </a:p>
        </p:txBody>
      </p:sp>
      <p:sp>
        <p:nvSpPr>
          <p:cNvPr id="7" name="Text 5"/>
          <p:cNvSpPr/>
          <p:nvPr/>
        </p:nvSpPr>
        <p:spPr>
          <a:xfrm>
            <a:off x="594360" y="1435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🌎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北美 / 欧洲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0756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8BE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ARPU $80/月，市场 $2B+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8BE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霸总、狼人、复仇等强情绪母题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3931920" cy="1325880"/>
          </a:xfrm>
          <a:prstGeom prst="rect">
            <a:avLst/>
          </a:prstGeom>
          <a:solidFill>
            <a:srgbClr val="282D35"/>
          </a:solidFill>
          <a:ln w="12700">
            <a:solidFill>
              <a:srgbClr val="3A3F48"/>
            </a:solidFill>
            <a:prstDash val="solid"/>
          </a:ln>
        </p:spPr>
        <p:txBody>
          <a:bodyPr/>
          <a:lstStyle/>
          <a:p>
            <a:endParaRPr lang="zh" altLang="en-US"/>
          </a:p>
        </p:txBody>
      </p:sp>
      <p:sp>
        <p:nvSpPr>
          <p:cNvPr id="11" name="Text 9"/>
          <p:cNvSpPr/>
          <p:nvPr/>
        </p:nvSpPr>
        <p:spPr>
          <a:xfrm>
            <a:off x="4800600" y="1435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00600" y="1783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东南亚 / 拉美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20756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8BE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下载量 +60% QoQ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8BE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IAA 占比 4.7% → 24.7%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3931920" cy="1325880"/>
          </a:xfrm>
          <a:prstGeom prst="rect">
            <a:avLst/>
          </a:prstGeom>
          <a:solidFill>
            <a:srgbClr val="282D35"/>
          </a:solidFill>
          <a:ln w="12700">
            <a:solidFill>
              <a:srgbClr val="3A3F48"/>
            </a:solidFill>
            <a:prstDash val="solid"/>
          </a:ln>
        </p:spPr>
        <p:txBody>
          <a:bodyPr/>
          <a:lstStyle/>
          <a:p>
            <a:endParaRPr lang="zh" altLang="en-US"/>
          </a:p>
        </p:txBody>
      </p:sp>
      <p:sp>
        <p:nvSpPr>
          <p:cNvPr id="15" name="Text 13"/>
          <p:cNvSpPr/>
          <p:nvPr/>
        </p:nvSpPr>
        <p:spPr>
          <a:xfrm>
            <a:off x="594360" y="29443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💀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94360" y="32918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传统出海痛点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35844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8BE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「翻译剧」机械生硬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8BE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海外声优贵且丢失戏剧张力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834640"/>
            <a:ext cx="3931920" cy="1325880"/>
          </a:xfrm>
          <a:prstGeom prst="rect">
            <a:avLst/>
          </a:prstGeom>
          <a:solidFill>
            <a:srgbClr val="282D35"/>
          </a:solidFill>
          <a:ln w="12700">
            <a:solidFill>
              <a:srgbClr val="3A3F48"/>
            </a:solidFill>
            <a:prstDash val="solid"/>
          </a:ln>
        </p:spPr>
        <p:txBody>
          <a:bodyPr/>
          <a:lstStyle/>
          <a:p>
            <a:endParaRPr lang="zh" altLang="en-US"/>
          </a:p>
        </p:txBody>
      </p:sp>
      <p:sp>
        <p:nvSpPr>
          <p:cNvPr id="19" name="Text 17"/>
          <p:cNvSpPr/>
          <p:nvPr/>
        </p:nvSpPr>
        <p:spPr>
          <a:xfrm>
            <a:off x="4800600" y="29443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800600" y="32918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ClawSeries 方案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00600" y="35844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8BE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声纹克隆 + 表情同步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8BE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文化折扣最小化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088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🇺🇸 EN   🇯🇵 JP   🇪🇸 ES   🇰🇷 KR   🇫🇷 FR   🇩🇪 DE   🇧🇷 PT   🇮🇳 HI   🇹🇭 TH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2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228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8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8088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商业形态重构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88720" y="868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BE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Evolution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1463040"/>
            <a:ext cx="7315200" cy="914400"/>
          </a:xfrm>
          <a:prstGeom prst="rect">
            <a:avLst/>
          </a:prstGeom>
          <a:solidFill>
            <a:srgbClr val="252840"/>
          </a:solidFill>
          <a:ln w="12700">
            <a:solidFill>
              <a:srgbClr val="3D4070"/>
            </a:solidFill>
            <a:prstDash val="solid"/>
          </a:ln>
        </p:spPr>
        <p:txBody>
          <a:bodyPr/>
          <a:lstStyle/>
          <a:p>
            <a:endParaRPr lang="zh" altLang="en-US"/>
          </a:p>
        </p:txBody>
      </p:sp>
      <p:sp>
        <p:nvSpPr>
          <p:cNvPr id="7" name="Text 5"/>
          <p:cNvSpPr/>
          <p:nvPr/>
        </p:nvSpPr>
        <p:spPr>
          <a:xfrm>
            <a:off x="1097280" y="150876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B8BE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在 ClawSeries 的架构下，「短剧公司」不再是一个需要租赁场地、招聘数十名员工的实体组织，而是一套部署在云端的自动化代码。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一句话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8BE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过去一个团队数个月的制片工作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228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8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199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「</a:t>
            </a:r>
            <a:r>
              <a:rPr lang="en-US" sz="22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用毫秒级的 Agent 内部通信，取代漫长的人类沟通会议</a:t>
            </a:r>
            <a:r>
              <a:rPr lang="en-US" sz="3600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」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8088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ClawSeries 核心技术哲学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Thanks.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8088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CLAWSERIES — 零人AI短剧公司 —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445</Words>
  <Application>Microsoft Macintosh PowerPoint</Application>
  <PresentationFormat>全屏显示(16:9)</PresentationFormat>
  <Paragraphs>125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Inter</vt:lpstr>
      <vt:lpstr>JetBrains Mono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ClawSeries — 路演 Deck</dc:title>
  <dc:subject>PptxGenJS Presentation</dc:subject>
  <dc:creator>ClawSeries</dc:creator>
  <cp:lastModifiedBy>Bluse Liu</cp:lastModifiedBy>
  <cp:revision>2</cp:revision>
  <dcterms:created xsi:type="dcterms:W3CDTF">2026-04-22T07:38:30Z</dcterms:created>
  <dcterms:modified xsi:type="dcterms:W3CDTF">2026-04-23T06:37:06Z</dcterms:modified>
</cp:coreProperties>
</file>